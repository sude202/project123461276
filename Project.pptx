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3.xml" ContentType="application/vnd.openxmlformats-officedocument.presentationml.slide+xml"/>
  <Override PartName="/ppt/slides/slide8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4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9.xml" ContentType="application/vnd.openxmlformats-officedocument.presentationml.slide+xml"/>
  <Override PartName="/ppt/slides/slide5.xml" ContentType="application/vnd.openxmlformats-officedocument.presentationml.slide+xml"/>
  <Override PartName="/ppt/slideLayouts/slideLayout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7.xml" ContentType="application/vnd.openxmlformats-officedocument.presentationml.slideLayout+xml"/>
  <Override PartName="/ppt/slides/slide6.xml" ContentType="application/vnd.openxmlformats-officedocument.presentationml.slide+xml"/>
  <Override PartName="/docProps/custom.xml" ContentType="application/vnd.openxmlformats-officedocument.custom-properties+xml"/>
  <Override PartName="/ppt/slideLayouts/slideLayout11.xml" ContentType="application/vnd.openxmlformats-officedocument.presentationml.slideLayout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2.xml" ContentType="application/vnd.openxmlformats-officedocument.presentationml.slid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12192000" cy="6858000"/>
  <p:defaultTextStyle>
    <a:defPPr>
      <a:defRPr lang="ru-RU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105" d="102"/>
          <a:sy n="99" d="101"/>
        </p:scale>
        <p:origin x="112" y="112"/>
      </p:cViewPr>
      <p:guideLst>
        <p:guide pos="3840"/>
        <p:guide pos="2160" orient="horz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presProps" Target="presProps.xml" /><Relationship Id="rId14" Type="http://schemas.openxmlformats.org/officeDocument/2006/relationships/tableStyles" Target="tableStyles.xml" /><Relationship Id="rId15" Type="http://schemas.openxmlformats.org/officeDocument/2006/relationships/viewProps" Target="viewProps.xml" 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blank" userDrawn="1">
  <p:cSld name="Blank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 bwMode="auto"/>
        <p:txBody>
          <a:bodyPr/>
          <a:p>
            <a:pPr>
              <a:defRPr/>
            </a:pPr>
            <a:fld id="{0443820A-0E64-48F8-9055-FF0DD326791F}" type="slidenum">
              <a:rPr/>
              <a:t/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x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 bwMode="auto"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  <a:defRPr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 bwMode="auto">
          <a:xfrm>
            <a:off x="609480" y="1604520"/>
            <a:ext cx="10972078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 algn="ctr">
              <a:buNone/>
              <a:defRPr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 bwMode="auto"/>
        <p:txBody>
          <a:bodyPr/>
          <a:p>
            <a:pPr>
              <a:defRPr/>
            </a:pPr>
            <a:fld id="{DBAF7565-BD3D-4988-BF27-19ACCF1FF09C}" type="slidenum">
              <a:rPr/>
              <a:t/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" userDrawn="1">
  <p:cSld name="Title,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 bwMode="auto"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  <a:defRPr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10972078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 bwMode="auto"/>
        <p:txBody>
          <a:bodyPr/>
          <a:p>
            <a:pPr>
              <a:defRPr/>
            </a:pPr>
            <a:fld id="{BADD4291-E64D-4ACE-9606-872F71F26F53}" type="slidenum">
              <a:rPr/>
              <a:t/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Obj" userDrawn="1">
  <p:cSld name="Title, 2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 bwMode="auto"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  <a:defRPr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5354279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 bwMode="auto">
          <a:xfrm>
            <a:off x="6231960" y="1604520"/>
            <a:ext cx="5354279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 bwMode="auto"/>
        <p:txBody>
          <a:bodyPr/>
          <a:p>
            <a:pPr>
              <a:defRPr/>
            </a:pPr>
            <a:fld id="{E7848800-600E-4D7C-8C16-56913FC2CB79}" type="slidenum">
              <a:rPr/>
              <a:t/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 bwMode="auto"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  <a:defRPr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 bwMode="auto"/>
        <p:txBody>
          <a:bodyPr/>
          <a:p>
            <a:pPr>
              <a:defRPr/>
            </a:pPr>
            <a:fld id="{83F740C6-2FCF-4DC5-BD09-D174C89031A2}" type="slidenum">
              <a:rPr/>
              <a:t/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Only" userDrawn="1">
  <p:cSld name="Centere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 bwMode="auto">
          <a:xfrm>
            <a:off x="1523880" y="1122480"/>
            <a:ext cx="9142920" cy="11063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defRPr/>
            </a:pPr>
            <a:endParaRPr lang="ru-RU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 bwMode="auto"/>
        <p:txBody>
          <a:bodyPr/>
          <a:p>
            <a:pPr>
              <a:defRPr/>
            </a:pPr>
            <a:fld id="{24CE1E4F-90CD-444A-9102-28A7F8C6D4A3}" type="slidenum">
              <a:rPr/>
              <a:t/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ObjAndObj" userDrawn="1">
  <p:cSld name="Title, 2 Content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 bwMode="auto"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  <a:defRPr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5354279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 bwMode="auto">
          <a:xfrm>
            <a:off x="6231960" y="1604520"/>
            <a:ext cx="5354279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 bwMode="auto">
          <a:xfrm>
            <a:off x="609480" y="3682080"/>
            <a:ext cx="5354279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 bwMode="auto"/>
        <p:txBody>
          <a:bodyPr/>
          <a:p>
            <a:pPr>
              <a:defRPr/>
            </a:pPr>
            <a:fld id="{54B77554-3C92-4FB0-A5BA-1538CE874445}" type="slidenum">
              <a:rPr/>
              <a:t/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AndTwoObj" userDrawn="1">
  <p:cSld name="Title Content and 2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 bwMode="auto"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  <a:defRPr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5354279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 bwMode="auto">
          <a:xfrm>
            <a:off x="6231960" y="1604520"/>
            <a:ext cx="5354279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 bwMode="auto">
          <a:xfrm>
            <a:off x="6231960" y="3682080"/>
            <a:ext cx="5354279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 bwMode="auto"/>
        <p:txBody>
          <a:bodyPr/>
          <a:p>
            <a:pPr>
              <a:defRPr/>
            </a:pPr>
            <a:fld id="{CE45E5D0-7D09-4149-8883-20EC63A466B5}" type="slidenum">
              <a:rPr/>
              <a:t/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ObjOverTx" userDrawn="1">
  <p:cSld name="Title, 2 Content over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 bwMode="auto"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  <a:defRPr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5354279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 bwMode="auto">
          <a:xfrm>
            <a:off x="6231960" y="1604520"/>
            <a:ext cx="5354279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 bwMode="auto">
          <a:xfrm>
            <a:off x="609480" y="3682080"/>
            <a:ext cx="10972078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 bwMode="auto"/>
        <p:txBody>
          <a:bodyPr/>
          <a:p>
            <a:pPr>
              <a:defRPr/>
            </a:pPr>
            <a:fld id="{EC5258FE-DB84-45B9-9B37-2835BC5834A2}" type="slidenum">
              <a:rPr/>
              <a:t/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OverTx" userDrawn="1">
  <p:cSld name="Title, Content over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 bwMode="auto"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  <a:defRPr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10972078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 bwMode="auto">
          <a:xfrm>
            <a:off x="609480" y="3682080"/>
            <a:ext cx="10972078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 bwMode="auto"/>
        <p:txBody>
          <a:bodyPr/>
          <a:p>
            <a:pPr>
              <a:defRPr/>
            </a:pPr>
            <a:fld id="{43333E65-E319-423D-A2F3-391F9AD0C527}" type="slidenum">
              <a:rPr/>
              <a:t/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fourObj" userDrawn="1">
  <p:cSld name="Title, 4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 bwMode="auto"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  <a:defRPr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5354279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 bwMode="auto">
          <a:xfrm>
            <a:off x="6231960" y="1604520"/>
            <a:ext cx="5354279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 bwMode="auto">
          <a:xfrm>
            <a:off x="609480" y="3682080"/>
            <a:ext cx="5354279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 bwMode="auto">
          <a:xfrm>
            <a:off x="6231960" y="3682080"/>
            <a:ext cx="5354279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 bwMode="auto"/>
        <p:txBody>
          <a:bodyPr/>
          <a:p>
            <a:pPr>
              <a:defRPr/>
            </a:pPr>
            <a:fld id="{9A71CA36-5B07-4E7D-959F-2DAA2C004824}" type="slidenum">
              <a:rPr/>
              <a:t/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blank" userDrawn="1">
  <p:cSld name="Title, 6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 bwMode="auto"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  <a:defRPr/>
            </a:pPr>
            <a:endParaRPr lang="ru-RU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 bwMode="auto">
          <a:xfrm>
            <a:off x="6094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 bwMode="auto">
          <a:xfrm>
            <a:off x="431928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 bwMode="auto">
          <a:xfrm>
            <a:off x="8028720" y="160452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 bwMode="auto">
          <a:xfrm>
            <a:off x="6094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 bwMode="auto">
          <a:xfrm>
            <a:off x="431928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 bwMode="auto">
          <a:xfrm>
            <a:off x="8028720" y="3682080"/>
            <a:ext cx="35326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  <a:defRPr/>
            </a:pP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 bwMode="auto"/>
        <p:txBody>
          <a:bodyPr/>
          <a:p>
            <a:pPr>
              <a:defRPr/>
            </a:pPr>
            <a:r>
              <a:rPr/>
              <a:t>Footer</a:t>
            </a:r>
            <a:endParaRPr/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 bwMode="auto"/>
        <p:txBody>
          <a:bodyPr/>
          <a:p>
            <a:pPr>
              <a:defRPr/>
            </a:pPr>
            <a:fld id="{EC69DE03-561F-4E27-872C-F6EF2C2AABB2}" type="slidenum">
              <a:rPr/>
              <a:t/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 bwMode="auto"/>
        <p:txBody>
          <a:bodyPr/>
          <a:p>
            <a:pPr>
              <a:defRPr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 bwMode="auto"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indent="0">
              <a:buNone/>
              <a:defRPr/>
            </a:pPr>
            <a:r>
              <a:rPr lang="ru-RU" sz="4400" b="0" strike="noStrike" spc="-1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lang="ru-RU" sz="4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 bwMode="auto">
          <a:xfrm>
            <a:off x="609480" y="1604520"/>
            <a:ext cx="10972078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800" b="0" strike="noStrike" spc="-1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  <a:p>
            <a:pPr marL="864000" lvl="1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ru-RU" sz="2800" b="0" strike="noStrike" spc="-1">
                <a:solidFill>
                  <a:srgbClr val="000000"/>
                </a:solidFill>
                <a:latin typeface="Arial"/>
              </a:rPr>
              <a:t>Second Outline Level</a:t>
            </a: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  <a:p>
            <a:pPr marL="1296000" lvl="2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800" b="0" strike="noStrike" spc="-1">
                <a:solidFill>
                  <a:srgbClr val="000000"/>
                </a:solidFill>
                <a:latin typeface="Arial"/>
              </a:rPr>
              <a:t>Third Outline Level</a:t>
            </a: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  <a:p>
            <a:pPr marL="1728000" lvl="3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/>
            </a:pPr>
            <a:r>
              <a:rPr lang="ru-RU" sz="2800" b="0" strike="noStrike" spc="-1">
                <a:solidFill>
                  <a:srgbClr val="000000"/>
                </a:solidFill>
                <a:latin typeface="Arial"/>
              </a:rPr>
              <a:t>Fourth Outline Level</a:t>
            </a: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  <a:p>
            <a:pPr marL="2160000" lvl="4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800" b="0" strike="noStrike" spc="-1">
                <a:solidFill>
                  <a:srgbClr val="000000"/>
                </a:solidFill>
                <a:latin typeface="Arial"/>
              </a:rPr>
              <a:t>Fifth Outline Level</a:t>
            </a: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  <a:p>
            <a:pPr marL="2592000" lvl="5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800" b="0" strike="noStrike" spc="-1">
                <a:solidFill>
                  <a:srgbClr val="000000"/>
                </a:solidFill>
                <a:latin typeface="Arial"/>
              </a:rPr>
              <a:t>Sixth Outline Level</a:t>
            </a: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  <a:p>
            <a:pPr marL="3024000" lvl="6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/>
            </a:pPr>
            <a:r>
              <a:rPr lang="ru-RU" sz="2800" b="0" strike="noStrike" spc="-1">
                <a:solidFill>
                  <a:srgbClr val="000000"/>
                </a:solidFill>
                <a:latin typeface="Arial"/>
              </a:rPr>
              <a:t>Seventh Outline Level</a:t>
            </a:r>
            <a:endParaRPr lang="ru-RU" sz="2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1"/>
          </p:nvPr>
        </p:nvSpPr>
        <p:spPr bwMode="auto">
          <a:xfrm>
            <a:off x="4038480" y="6356520"/>
            <a:ext cx="4113720" cy="36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ru-RU" sz="1400" b="0" strike="noStrike" spc="-1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  <a:defRPr/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>&lt;footer&gt;</a:t>
            </a:r>
            <a:endParaRPr lang="ru-RU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2"/>
          </p:nvPr>
        </p:nvSpPr>
        <p:spPr bwMode="auto">
          <a:xfrm>
            <a:off x="86104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>
              <a:lnSpc>
                <a:spcPct val="100000"/>
              </a:lnSpc>
              <a:buNone/>
              <a:tabLst>
                <a:tab pos="0" algn="l"/>
              </a:tabLst>
              <a:defRPr lang="ru-RU" sz="1400" b="0" strike="noStrike" spc="-1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pos="0" algn="l"/>
              </a:tabLst>
              <a:defRPr/>
            </a:pPr>
            <a:fld id="{5A182F08-8818-4767-99C4-3366E5EE4C41}" type="slidenum">
              <a:rPr lang="ru-RU" sz="1400" b="0" strike="noStrike" spc="-1">
                <a:solidFill>
                  <a:srgbClr val="000000"/>
                </a:solidFill>
                <a:latin typeface="Times New Roman"/>
                <a:ea typeface="DejaVu Sans"/>
              </a:rPr>
              <a:t/>
            </a:fld>
            <a:endParaRPr lang="ru-RU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dt" idx="3"/>
          </p:nvPr>
        </p:nvSpPr>
        <p:spPr bwMode="auto">
          <a:xfrm>
            <a:off x="838080" y="6356520"/>
            <a:ext cx="2742120" cy="363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indent="0">
              <a:buNone/>
              <a:defRPr lang="ru-RU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  <a:defRPr/>
            </a:pPr>
            <a:r>
              <a:rPr lang="ru-RU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  <a:endParaRPr lang="ru-RU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gradFill>
          <a:gsLst>
            <a:gs pos="32000">
              <a:srgbClr val="7030A0">
                <a:alpha val="99999"/>
              </a:srgbClr>
            </a:gs>
            <a:gs pos="100000">
              <a:srgbClr val="FFFFFF">
                <a:alpha val="99999"/>
              </a:srgbClr>
            </a:gs>
          </a:gsLst>
          <a:path path="circle"/>
        </a:gra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 bwMode="auto">
          <a:xfrm flipH="0" flipV="0">
            <a:off x="10499" y="9524"/>
            <a:ext cx="12172950" cy="6838949"/>
          </a:xfrm>
          <a:prstGeom prst="rect">
            <a:avLst/>
          </a:prstGeom>
          <a:noFill/>
          <a:ln w="0">
            <a:noFill/>
          </a:ln>
        </p:spPr>
        <p:txBody>
          <a:bodyPr vertOverflow="overflow" horzOverflow="overflow" vert="horz" wrap="square" lIns="0" tIns="0" rIns="0" bIns="0" numCol="1" spcCol="0" rtlCol="0" fromWordArt="0" anchor="ctr" anchorCtr="0" forceAA="0" upright="0" compatLnSpc="0">
            <a:noAutofit/>
          </a:bodyPr>
          <a:p>
            <a:pPr indent="0" algn="ctr">
              <a:buNone/>
              <a:defRPr/>
            </a:pPr>
            <a:r>
              <a:rPr sz="3600" b="0" strike="noStrike" spc="-1">
                <a:solidFill>
                  <a:schemeClr val="bg1"/>
                </a:solidFill>
                <a:latin typeface="Open Sans Extrabold"/>
                <a:ea typeface="Open Sans Extrabold"/>
                <a:cs typeface="Open Sans Extrabold"/>
              </a:rPr>
              <a:t>Игра Agility</a:t>
            </a:r>
            <a:endParaRPr sz="3600" b="0" strike="noStrike" spc="-1">
              <a:solidFill>
                <a:schemeClr val="bg1"/>
              </a:solidFill>
              <a:latin typeface="Open Sans Extrabold"/>
              <a:cs typeface="Open Sans Extrabold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ubTitle"/>
          </p:nvPr>
        </p:nvSpPr>
        <p:spPr bwMode="auto">
          <a:xfrm flipH="0" flipV="0">
            <a:off x="9659324" y="6501352"/>
            <a:ext cx="2524124" cy="48469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ctr">
              <a:buNone/>
              <a:defRPr/>
            </a:pPr>
            <a:r>
              <a:rPr sz="1600" b="0" strike="noStrike" spc="-1">
                <a:solidFill>
                  <a:srgbClr val="000000"/>
                </a:solidFill>
                <a:latin typeface="Liberation Sans"/>
                <a:cs typeface="Liberation Sans"/>
              </a:rPr>
              <a:t>Татаринцев Кирилл</a:t>
            </a:r>
            <a:endParaRPr sz="1600" b="0" strike="noStrike" spc="-1">
              <a:solidFill>
                <a:srgbClr val="000000"/>
              </a:solidFill>
              <a:latin typeface="Liberation Sans"/>
              <a:cs typeface="Liberation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4386206" name="PlaceHolder 1"/>
          <p:cNvSpPr>
            <a:spLocks noGrp="1"/>
          </p:cNvSpPr>
          <p:nvPr>
            <p:ph type="title"/>
          </p:nvPr>
        </p:nvSpPr>
        <p:spPr bwMode="auto">
          <a:xfrm flipH="0" flipV="0">
            <a:off x="609480" y="798629"/>
            <a:ext cx="10972078" cy="482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defRPr/>
            </a:pPr>
            <a:endParaRPr/>
          </a:p>
        </p:txBody>
      </p:sp>
      <p:sp>
        <p:nvSpPr>
          <p:cNvPr id="1984501986" name="PlaceHolder 2"/>
          <p:cNvSpPr>
            <a:spLocks noGrp="1"/>
          </p:cNvSpPr>
          <p:nvPr>
            <p:ph type="subTitle"/>
          </p:nvPr>
        </p:nvSpPr>
        <p:spPr bwMode="auto">
          <a:xfrm flipH="0" flipV="0">
            <a:off x="609480" y="1604519"/>
            <a:ext cx="4611194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defRPr/>
            </a:pPr>
            <a:r>
              <a:rPr sz="2400"/>
              <a:t>Главной задачей игры является уклонение от летящих по плоскости препятствий. Управление осуществляется с помощью курсора мыши. Игра рассчитана на улучшение мелкой моторики пальцев.</a:t>
            </a:r>
            <a:endParaRPr sz="2400"/>
          </a:p>
          <a:p>
            <a:pPr>
              <a:defRPr/>
            </a:pPr>
            <a:r>
              <a:rPr sz="2400"/>
              <a:t>В игре кроме врагов существуют бонусы в виде щита, который может защитить от столкновения с 1 препятствием. В игре можно выбрать уровень сложности.</a:t>
            </a:r>
            <a:endParaRPr sz="2400"/>
          </a:p>
        </p:txBody>
      </p:sp>
      <p:pic>
        <p:nvPicPr>
          <p:cNvPr id="429505166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 flipH="0" flipV="0">
            <a:off x="6339021" y="1990724"/>
            <a:ext cx="5242537" cy="416242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2649056" name="PlaceHolder 1"/>
          <p:cNvSpPr>
            <a:spLocks noGrp="1"/>
          </p:cNvSpPr>
          <p:nvPr>
            <p:ph type="title"/>
          </p:nvPr>
        </p:nvSpPr>
        <p:spPr bwMode="auto">
          <a:xfrm flipH="0" flipV="0">
            <a:off x="609480" y="581024"/>
            <a:ext cx="10972078" cy="1023494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defRPr/>
            </a:pPr>
            <a:r>
              <a:rPr sz="2400"/>
              <a:t>Структура кода и константы</a:t>
            </a:r>
            <a:endParaRPr sz="2400"/>
          </a:p>
        </p:txBody>
      </p:sp>
      <p:sp>
        <p:nvSpPr>
          <p:cNvPr id="2046358936" name="PlaceHolder 2"/>
          <p:cNvSpPr>
            <a:spLocks noGrp="1"/>
          </p:cNvSpPr>
          <p:nvPr>
            <p:ph type="subTitle"/>
          </p:nvPr>
        </p:nvSpPr>
        <p:spPr bwMode="auto">
          <a:xfrm>
            <a:off x="609480" y="1604520"/>
            <a:ext cx="10972078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defRPr/>
            </a:pPr>
            <a:endParaRPr/>
          </a:p>
        </p:txBody>
      </p:sp>
      <p:pic>
        <p:nvPicPr>
          <p:cNvPr id="1990135791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 flipH="0" flipV="0">
            <a:off x="538162" y="1604519"/>
            <a:ext cx="3225187" cy="5043929"/>
          </a:xfrm>
          <a:prstGeom prst="rect">
            <a:avLst/>
          </a:prstGeom>
        </p:spPr>
      </p:pic>
      <p:pic>
        <p:nvPicPr>
          <p:cNvPr id="154532189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7011374" y="1604520"/>
            <a:ext cx="4114800" cy="30861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1959610" name="PlaceHolder 1"/>
          <p:cNvSpPr>
            <a:spLocks noGrp="1"/>
          </p:cNvSpPr>
          <p:nvPr>
            <p:ph type="title"/>
          </p:nvPr>
        </p:nvSpPr>
        <p:spPr bwMode="auto"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defRPr/>
            </a:pPr>
            <a:endParaRPr/>
          </a:p>
        </p:txBody>
      </p:sp>
      <p:sp>
        <p:nvSpPr>
          <p:cNvPr id="481032619" name="PlaceHolder 2"/>
          <p:cNvSpPr>
            <a:spLocks noGrp="1"/>
          </p:cNvSpPr>
          <p:nvPr>
            <p:ph type="subTitle"/>
          </p:nvPr>
        </p:nvSpPr>
        <p:spPr bwMode="auto">
          <a:xfrm>
            <a:off x="609480" y="1604520"/>
            <a:ext cx="10972078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defRPr/>
            </a:pPr>
            <a:endParaRPr/>
          </a:p>
        </p:txBody>
      </p:sp>
      <p:pic>
        <p:nvPicPr>
          <p:cNvPr id="608475213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2943225" y="923924"/>
            <a:ext cx="6191249" cy="50101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1625245" name="PlaceHolder 1"/>
          <p:cNvSpPr>
            <a:spLocks noGrp="1"/>
          </p:cNvSpPr>
          <p:nvPr>
            <p:ph type="title"/>
          </p:nvPr>
        </p:nvSpPr>
        <p:spPr bwMode="auto"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defRPr/>
            </a:pPr>
            <a:endParaRPr/>
          </a:p>
        </p:txBody>
      </p:sp>
      <p:sp>
        <p:nvSpPr>
          <p:cNvPr id="1311528267" name="PlaceHolder 2"/>
          <p:cNvSpPr>
            <a:spLocks noGrp="1"/>
          </p:cNvSpPr>
          <p:nvPr>
            <p:ph type="subTitle"/>
          </p:nvPr>
        </p:nvSpPr>
        <p:spPr bwMode="auto">
          <a:xfrm>
            <a:off x="609480" y="1604520"/>
            <a:ext cx="10972078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defRPr/>
            </a:pPr>
            <a:endParaRPr/>
          </a:p>
        </p:txBody>
      </p:sp>
      <p:pic>
        <p:nvPicPr>
          <p:cNvPr id="1210817067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 flipH="0" flipV="0">
            <a:off x="232733" y="380999"/>
            <a:ext cx="6140466" cy="5800724"/>
          </a:xfrm>
          <a:prstGeom prst="rect">
            <a:avLst/>
          </a:prstGeom>
        </p:spPr>
      </p:pic>
      <p:pic>
        <p:nvPicPr>
          <p:cNvPr id="191359836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373199" y="380999"/>
            <a:ext cx="5356837" cy="58007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3716463" name="PlaceHolder 1"/>
          <p:cNvSpPr>
            <a:spLocks noGrp="1"/>
          </p:cNvSpPr>
          <p:nvPr>
            <p:ph type="title"/>
          </p:nvPr>
        </p:nvSpPr>
        <p:spPr bwMode="auto"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defRPr/>
            </a:pPr>
            <a:endParaRPr/>
          </a:p>
        </p:txBody>
      </p:sp>
      <p:sp>
        <p:nvSpPr>
          <p:cNvPr id="513497781" name="PlaceHolder 2"/>
          <p:cNvSpPr>
            <a:spLocks noGrp="1"/>
          </p:cNvSpPr>
          <p:nvPr>
            <p:ph type="subTitle"/>
          </p:nvPr>
        </p:nvSpPr>
        <p:spPr bwMode="auto">
          <a:xfrm>
            <a:off x="609480" y="1604520"/>
            <a:ext cx="10972078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defRPr/>
            </a:pPr>
            <a:endParaRPr/>
          </a:p>
        </p:txBody>
      </p:sp>
      <p:pic>
        <p:nvPicPr>
          <p:cNvPr id="1498633268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609480" y="481012"/>
            <a:ext cx="5705474" cy="3990974"/>
          </a:xfrm>
          <a:prstGeom prst="rect">
            <a:avLst/>
          </a:prstGeom>
        </p:spPr>
      </p:pic>
      <p:pic>
        <p:nvPicPr>
          <p:cNvPr id="165533703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6943680" y="0"/>
            <a:ext cx="3723118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5624303" name="PlaceHolder 1"/>
          <p:cNvSpPr>
            <a:spLocks noGrp="1"/>
          </p:cNvSpPr>
          <p:nvPr>
            <p:ph type="title"/>
          </p:nvPr>
        </p:nvSpPr>
        <p:spPr bwMode="auto"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defRPr/>
            </a:pPr>
            <a:endParaRPr/>
          </a:p>
        </p:txBody>
      </p:sp>
      <p:sp>
        <p:nvSpPr>
          <p:cNvPr id="551576151" name="PlaceHolder 2"/>
          <p:cNvSpPr>
            <a:spLocks noGrp="1"/>
          </p:cNvSpPr>
          <p:nvPr>
            <p:ph type="subTitle"/>
          </p:nvPr>
        </p:nvSpPr>
        <p:spPr bwMode="auto">
          <a:xfrm>
            <a:off x="609480" y="1604520"/>
            <a:ext cx="10972078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defRPr/>
            </a:pPr>
            <a:endParaRPr/>
          </a:p>
        </p:txBody>
      </p:sp>
      <p:pic>
        <p:nvPicPr>
          <p:cNvPr id="1872890854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2509837" y="1185862"/>
            <a:ext cx="7172325" cy="36290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5599915" name="PlaceHolder 1"/>
          <p:cNvSpPr>
            <a:spLocks noGrp="1"/>
          </p:cNvSpPr>
          <p:nvPr>
            <p:ph type="title"/>
          </p:nvPr>
        </p:nvSpPr>
        <p:spPr bwMode="auto"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defRPr/>
            </a:pPr>
            <a:endParaRPr/>
          </a:p>
        </p:txBody>
      </p:sp>
      <p:sp>
        <p:nvSpPr>
          <p:cNvPr id="2011194456" name="PlaceHolder 2"/>
          <p:cNvSpPr>
            <a:spLocks noGrp="1"/>
          </p:cNvSpPr>
          <p:nvPr>
            <p:ph type="subTitle"/>
          </p:nvPr>
        </p:nvSpPr>
        <p:spPr bwMode="auto">
          <a:xfrm>
            <a:off x="609480" y="1604520"/>
            <a:ext cx="10972078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defRPr/>
            </a:pPr>
            <a:endParaRPr/>
          </a:p>
        </p:txBody>
      </p:sp>
      <p:pic>
        <p:nvPicPr>
          <p:cNvPr id="1997516580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485775" y="571500"/>
            <a:ext cx="5162549" cy="5715000"/>
          </a:xfrm>
          <a:prstGeom prst="rect">
            <a:avLst/>
          </a:prstGeom>
        </p:spPr>
      </p:pic>
      <p:pic>
        <p:nvPicPr>
          <p:cNvPr id="185836322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5772150" y="79919"/>
            <a:ext cx="5942529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4812466" name="PlaceHolder 1"/>
          <p:cNvSpPr>
            <a:spLocks noGrp="1"/>
          </p:cNvSpPr>
          <p:nvPr>
            <p:ph type="title"/>
          </p:nvPr>
        </p:nvSpPr>
        <p:spPr bwMode="auto"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defRPr/>
            </a:pPr>
            <a:endParaRPr/>
          </a:p>
        </p:txBody>
      </p:sp>
      <p:sp>
        <p:nvSpPr>
          <p:cNvPr id="1063247258" name="PlaceHolder 2"/>
          <p:cNvSpPr>
            <a:spLocks noGrp="1"/>
          </p:cNvSpPr>
          <p:nvPr>
            <p:ph type="subTitle"/>
          </p:nvPr>
        </p:nvSpPr>
        <p:spPr bwMode="auto">
          <a:xfrm>
            <a:off x="609480" y="1604520"/>
            <a:ext cx="10972078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defRPr/>
            </a:pPr>
            <a:endParaRPr/>
          </a:p>
        </p:txBody>
      </p:sp>
      <p:pic>
        <p:nvPicPr>
          <p:cNvPr id="1276496115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831381" y="0"/>
            <a:ext cx="6338235" cy="6858000"/>
          </a:xfrm>
          <a:prstGeom prst="rect">
            <a:avLst/>
          </a:prstGeom>
        </p:spPr>
      </p:pic>
      <p:pic>
        <p:nvPicPr>
          <p:cNvPr id="115211165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7515225" y="1885950"/>
            <a:ext cx="4114800" cy="30861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0100247" name="PlaceHolder 1"/>
          <p:cNvSpPr>
            <a:spLocks noGrp="1"/>
          </p:cNvSpPr>
          <p:nvPr>
            <p:ph type="title"/>
          </p:nvPr>
        </p:nvSpPr>
        <p:spPr bwMode="auto">
          <a:xfrm flipH="0" flipV="0">
            <a:off x="696299" y="827204"/>
            <a:ext cx="10018125" cy="411044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defRPr/>
            </a:pPr>
            <a:r>
              <a:rPr sz="2400"/>
              <a:t>Возможность доработки</a:t>
            </a:r>
            <a:endParaRPr sz="2400"/>
          </a:p>
        </p:txBody>
      </p:sp>
      <p:sp>
        <p:nvSpPr>
          <p:cNvPr id="1255282066" name="PlaceHolder 2"/>
          <p:cNvSpPr>
            <a:spLocks noGrp="1"/>
          </p:cNvSpPr>
          <p:nvPr>
            <p:ph type="subTitle"/>
          </p:nvPr>
        </p:nvSpPr>
        <p:spPr bwMode="auto">
          <a:xfrm>
            <a:off x="609480" y="1604520"/>
            <a:ext cx="10972078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>
              <a:defRPr/>
            </a:pPr>
            <a:r>
              <a:rPr sz="2400"/>
              <a:t>Проект может быть доработан многими способами: добавлены новые усиления, новый класс врагов, возможность записать результат, накопление монет и магазин, изменение сложностей.</a:t>
            </a:r>
            <a:endParaRPr sz="2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R7-Office/2024.1.1.375</Application>
  <DocSecurity>0</DocSecurity>
  <PresentationFormat/>
  <Paragraphs>0</Paragraphs>
  <Slides>10</Slides>
  <Notes>10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/>
  <dc:identifier/>
  <dc:language>ru-RU</dc:language>
  <cp:lastModifiedBy>Отто Фон Бисмарк</cp:lastModifiedBy>
  <cp:revision>4</cp:revision>
  <dcterms:created xsi:type="dcterms:W3CDTF">2023-08-25T13:22:51Z</dcterms:created>
  <dcterms:modified xsi:type="dcterms:W3CDTF">2025-02-03T23:49:29Z</dcterms:modified>
  <cp:category/>
  <cp:contentStatus/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MClips">
    <vt:i4>2</vt:i4>
  </property>
  <property fmtid="{D5CDD505-2E9C-101B-9397-08002B2CF9AE}" pid="3" name="Notes">
    <vt:i4>1</vt:i4>
  </property>
  <property fmtid="{D5CDD505-2E9C-101B-9397-08002B2CF9AE}" pid="4" name="PresentationFormat">
    <vt:lpwstr>Широкоэкранный</vt:lpwstr>
  </property>
  <property fmtid="{D5CDD505-2E9C-101B-9397-08002B2CF9AE}" pid="5" name="Slides">
    <vt:i4>1</vt:i4>
  </property>
</Properties>
</file>